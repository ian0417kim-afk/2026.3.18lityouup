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5143500" cy="1828800"/>
          </a:xfrm>
          <a:prstGeom prst="rect">
            <a:avLst/>
          </a:prstGeom>
          <a:solidFill>
            <a:srgbClr val="2E86AB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45948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2011680"/>
            <a:ext cx="45948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에세이 수업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3657600"/>
            <a:ext cx="45948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국제학교 학생 + 국내 학생 대상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사고력 기반 에세이 훈련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 에세이 대회 지도 경험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탐구논술 프로그램 운영 경험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8732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46220" y="8732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45948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발견한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학생들의 공통 문제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828800"/>
            <a:ext cx="4594860" cy="137160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2011680"/>
            <a:ext cx="45948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 대회 지도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탐구논술 수업 경험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3291840"/>
            <a:ext cx="45948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3931920"/>
            <a:ext cx="4594860" cy="914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4114800"/>
            <a:ext cx="45948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공통적으로 발견된 문제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5303520"/>
            <a:ext cx="4594860" cy="1828800"/>
          </a:xfrm>
          <a:prstGeom prst="rect">
            <a:avLst/>
          </a:prstGeom>
          <a:solidFill>
            <a:srgbClr val="F18F0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5486400"/>
            <a:ext cx="45948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학생들은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에세이를 쓸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배경지식이 부족하다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" y="8732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46220" y="8732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45948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에세이는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글인가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828800"/>
            <a:ext cx="4594860" cy="2011680"/>
          </a:xfrm>
          <a:prstGeom prst="rect">
            <a:avLst/>
          </a:prstGeom>
          <a:solidFill>
            <a:srgbClr val="E53E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92024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에세이는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2468880"/>
            <a:ext cx="45948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설명문이 아니다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정보 정리 글이 아니다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4114800"/>
            <a:ext cx="4594860" cy="228600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420624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에세이는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4754880"/>
            <a:ext cx="45948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자신의 생각과 주장을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논증을 통해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증명하는 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" y="8732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46220" y="8732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45948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 학생들의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에세이 문제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1645920"/>
            <a:ext cx="45948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에세이를 쓰라고 하면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학생들은 보통...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2560320"/>
            <a:ext cx="4594860" cy="914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2743200"/>
            <a:ext cx="45948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감정적인 글을 쓰거나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3657600"/>
            <a:ext cx="4594860" cy="914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3840480"/>
            <a:ext cx="45948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철학자/학자의 말을 나열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484632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5303520"/>
            <a:ext cx="4594860" cy="1645920"/>
          </a:xfrm>
          <a:prstGeom prst="rect">
            <a:avLst/>
          </a:prstGeom>
          <a:solidFill>
            <a:srgbClr val="E53E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5486400"/>
            <a:ext cx="45948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생각은 사라지고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유명한 철학자의 말만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남습니다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" y="8732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46220" y="8732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45948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이것을 이렇게 부릅니다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1005840"/>
            <a:ext cx="45948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"에세이의 딜레마"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2011680"/>
            <a:ext cx="4594860" cy="237744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2103120"/>
            <a:ext cx="4594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원래 구조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2560320"/>
            <a:ext cx="45948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자신의 Thesis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철학자 · 사례 · 연구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4663440"/>
            <a:ext cx="4594860" cy="2743200"/>
          </a:xfrm>
          <a:prstGeom prst="rect">
            <a:avLst/>
          </a:prstGeom>
          <a:solidFill>
            <a:srgbClr val="E53E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4754880"/>
            <a:ext cx="4594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학생들의 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5212080"/>
            <a:ext cx="45948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철학자 인용 ↓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철학자 인용 ↓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철학자 인용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자기 논증이 사라짐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" y="8732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46220" y="8732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45948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에세이 수업의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원칙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173736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주제가 정해지면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2286000"/>
            <a:ext cx="4594860" cy="1645920"/>
          </a:xfrm>
          <a:prstGeom prst="rect">
            <a:avLst/>
          </a:prstGeom>
          <a:solidFill>
            <a:srgbClr val="E53E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2468880"/>
            <a:ext cx="45948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조사 → 글쓰기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시키지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4206240"/>
            <a:ext cx="4594860" cy="182880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4389120"/>
            <a:ext cx="45948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해부합니다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" y="8732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46220" y="8732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45948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해부 과정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4594860" cy="14630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463040"/>
            <a:ext cx="4594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 주제 (John Locke Essay)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45948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"우주 탐사는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필수인가? 사치인가?"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310896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학생에게 질문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3657600"/>
            <a:ext cx="45948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84048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필수란 무엇인가?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4663440"/>
            <a:ext cx="45948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4632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사치란 무엇인가?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5760720"/>
            <a:ext cx="4594860" cy="914400"/>
          </a:xfrm>
          <a:prstGeom prst="rect">
            <a:avLst/>
          </a:prstGeom>
          <a:solidFill>
            <a:srgbClr val="F18F0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5943600"/>
            <a:ext cx="45948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개념 이해 확인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" y="8732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46220" y="8732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45948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사고 파악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4594860" cy="228600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463040"/>
            <a:ext cx="4594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질문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45948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"우주 탐사에 대해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설명해 봐"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2743200"/>
            <a:ext cx="45948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조건: 알고 있는 지식 + 느끼는 생각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것을 말하게 합니다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3931920"/>
            <a:ext cx="459486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4023360"/>
            <a:ext cx="4594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과정에서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480560"/>
            <a:ext cx="45948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학생의 지식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 방향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" y="530352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보이기 시작합니다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" y="8732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46220" y="8732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45948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글을 쓰지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않는 이유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155448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단계에서도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2103120"/>
            <a:ext cx="4594860" cy="822960"/>
          </a:xfrm>
          <a:prstGeom prst="rect">
            <a:avLst/>
          </a:prstGeom>
          <a:solidFill>
            <a:srgbClr val="E53E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228600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글을 쓰지 않습니다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320040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 질문을 계속합니다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3840480"/>
            <a:ext cx="4594860" cy="128016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4023360"/>
            <a:ext cx="45948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우주 탐사는 정말 필수인가?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아니면 사치인가?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5394960"/>
            <a:ext cx="4594860" cy="1280160"/>
          </a:xfrm>
          <a:prstGeom prst="rect">
            <a:avLst/>
          </a:prstGeom>
          <a:solidFill>
            <a:srgbClr val="F18F0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5577840"/>
            <a:ext cx="45948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학생은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입장을 선택하기 시작합니다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" y="8732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46220" y="8732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45948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흥미로운 현상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학생들은 이 과정에서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2011680"/>
            <a:ext cx="4594860" cy="1097280"/>
          </a:xfrm>
          <a:prstGeom prst="rect">
            <a:avLst/>
          </a:prstGeom>
          <a:solidFill>
            <a:srgbClr val="F18F0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2194560"/>
            <a:ext cx="45948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자신의 주장을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계속 바꿉니다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3474720"/>
            <a:ext cx="4594860" cy="1371600"/>
          </a:xfrm>
          <a:prstGeom prst="rect">
            <a:avLst/>
          </a:prstGeom>
          <a:solidFill>
            <a:srgbClr val="E53E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3657600"/>
            <a:ext cx="45948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에세이에서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Thesis 변화는 위험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5120640"/>
            <a:ext cx="4594860" cy="164592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5303520"/>
            <a:ext cx="45948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탐구 과정에서는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생각이 흔들리는 것이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자연스럽습니다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" y="8732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46220" y="8732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45948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탐구 이후 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463040"/>
            <a:ext cx="4594860" cy="73152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60020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조사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2377440"/>
            <a:ext cx="4594860" cy="73152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1460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 탐색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3291840"/>
            <a:ext cx="4594860" cy="73152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342900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철학적 관점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4389120"/>
            <a:ext cx="45948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274320" y="5029200"/>
            <a:ext cx="4594860" cy="14630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5212080"/>
            <a:ext cx="45948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학생의 논제가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조금씩 구조를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갖추기 시작합니다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" y="8732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46220" y="8732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45948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단계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45948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시점에서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학생들에게 발표를 시킵니다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228600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질문합니다: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2834640"/>
            <a:ext cx="45948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971800"/>
            <a:ext cx="45948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이게 너 생각이니?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3931920"/>
            <a:ext cx="45948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069080"/>
            <a:ext cx="45948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철학자 말을 나열한 거니?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5029200"/>
            <a:ext cx="45948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5166360"/>
            <a:ext cx="45948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Thesis는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정확히 무엇이니?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" y="8732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46220" y="8732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45948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중요한 변화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질문을 들으면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920240"/>
            <a:ext cx="4594860" cy="146304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2103120"/>
            <a:ext cx="45948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발표한 학생뿐 아니라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학생들도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자신의 글을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읽기 시작합니다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365760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4206240"/>
            <a:ext cx="4594860" cy="1645920"/>
          </a:xfrm>
          <a:prstGeom prst="rect">
            <a:avLst/>
          </a:prstGeom>
          <a:solidFill>
            <a:srgbClr val="F18F0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4389120"/>
            <a:ext cx="45948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학생들은 처음으로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글을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객관적으로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 시작합니다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8732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46220" y="8732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45948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글쓰기에서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중요한 과정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1645920"/>
            <a:ext cx="45948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작가는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자신의 글을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2560320"/>
            <a:ext cx="4594860" cy="128016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2743200"/>
            <a:ext cx="45948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수십 번, 수백 번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읽습니다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411480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왜냐하면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4663440"/>
            <a:ext cx="4594860" cy="1463040"/>
          </a:xfrm>
          <a:prstGeom prst="rect">
            <a:avLst/>
          </a:prstGeom>
          <a:solidFill>
            <a:srgbClr val="F18F0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4846320"/>
            <a:ext cx="45948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글은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과정에서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만들어지기 때문입니다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8732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46220" y="8732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45948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에세이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 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645920"/>
            <a:ext cx="4594860" cy="128016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828800"/>
            <a:ext cx="45948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논증 구조가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한글로 완성되면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3108960"/>
            <a:ext cx="45948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3749040"/>
            <a:ext cx="4594860" cy="914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3931920"/>
            <a:ext cx="45948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다음 단계가 시작됩니다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4937760"/>
            <a:ext cx="4594860" cy="1463040"/>
          </a:xfrm>
          <a:prstGeom prst="rect">
            <a:avLst/>
          </a:prstGeom>
          <a:solidFill>
            <a:srgbClr val="F18F0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5120640"/>
            <a:ext cx="45948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🌐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에세이 작성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" y="8732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46220" y="8732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45948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한글 논증이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먼저인가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554480"/>
            <a:ext cx="4594860" cy="1828800"/>
          </a:xfrm>
          <a:prstGeom prst="rect">
            <a:avLst/>
          </a:prstGeom>
          <a:solidFill>
            <a:srgbClr val="E53E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737360"/>
            <a:ext cx="45948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생각이 정리되지 않은 상태에서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글을 쓰면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학생들은 언어 문제에 막혀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논증 자체가 무너집니다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365760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먼저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4206240"/>
            <a:ext cx="4594860" cy="64008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429768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Thesis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0"/>
            <a:ext cx="4594860" cy="64008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512064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5852160"/>
            <a:ext cx="4594860" cy="64008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594360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676656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한글로 완성합니다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" y="8732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46220" y="8732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45948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에세이 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201168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논증 구조 완성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1463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834640" y="1371600"/>
            <a:ext cx="2011680" cy="73152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변환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37744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학생들은 처음에 말합니다: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4594860" cy="146304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3108960"/>
            <a:ext cx="45948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"여기가 어디인지 모르겠어요"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"제가 칸트인지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소크라테스인지 모르겠어요"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663440"/>
            <a:ext cx="4594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5120640"/>
            <a:ext cx="4594860" cy="128016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5303520"/>
            <a:ext cx="45948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이 과정을 경험하면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에세이 작성이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훨씬 수월해집니다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" y="8732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46220" y="8732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45948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에세이 수업의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1463040"/>
            <a:ext cx="4594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흐름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88720" y="1920240"/>
            <a:ext cx="2743200" cy="64008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이해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2926080"/>
            <a:ext cx="2743200" cy="64008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탐구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88720" y="3931920"/>
            <a:ext cx="2743200" cy="64008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논증 형성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88720" y="4937760"/>
            <a:ext cx="2743200" cy="640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88720" y="5029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에세이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5577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88720" y="5943600"/>
            <a:ext cx="2743200" cy="640080"/>
          </a:xfrm>
          <a:prstGeom prst="rect">
            <a:avLst/>
          </a:prstGeom>
          <a:solidFill>
            <a:srgbClr val="F18F0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88720" y="6035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에세이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" y="8732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46220" y="8732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45948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목표로 하는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에세이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146304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에세이는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2011680"/>
            <a:ext cx="2194560" cy="137160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23774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깊은 질문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51760" y="2011680"/>
            <a:ext cx="2194560" cy="137160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51760" y="23774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충분한 배경지식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2194560" cy="13716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40233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명확한 논증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51760" y="3657600"/>
            <a:ext cx="2194560" cy="1371600"/>
          </a:xfrm>
          <a:prstGeom prst="rect">
            <a:avLst/>
          </a:prstGeom>
          <a:solidFill>
            <a:srgbClr val="F18F0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40233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적절한 인용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5669280"/>
            <a:ext cx="45948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네 가지가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있어야 합니다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" y="8732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46220" y="8732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0"/>
            <a:ext cx="5143500" cy="1371600"/>
          </a:xfrm>
          <a:prstGeom prst="rect">
            <a:avLst/>
          </a:prstGeom>
          <a:solidFill>
            <a:srgbClr val="2E86AB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메시지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5948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에세이는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단순한 글쓰기 수업이 아니라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194560"/>
            <a:ext cx="4594860" cy="1097280"/>
          </a:xfrm>
          <a:prstGeom prst="rect">
            <a:avLst/>
          </a:prstGeom>
          <a:solidFill>
            <a:srgbClr val="F18F0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2377440"/>
            <a:ext cx="45948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생각을 구조화하는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훈련입니다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356616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저희 학원에서는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4114800"/>
            <a:ext cx="4594860" cy="91440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4206240"/>
            <a:ext cx="45948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Thinking → Argument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Writing → English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5303520"/>
            <a:ext cx="45948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순서로 에세이를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지도하고 있습니다.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6217920"/>
            <a:ext cx="45948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" y="6858000"/>
            <a:ext cx="4594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" y="8732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릿츄업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46220" y="8732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릿츄업 에세이 수업 설명회</dc:title>
  <dc:subject>PptxGenJS Presentation</dc:subject>
  <dc:creator>릿츄업</dc:creator>
  <cp:lastModifiedBy>릿츄업</cp:lastModifiedBy>
  <cp:revision>1</cp:revision>
  <dcterms:created xsi:type="dcterms:W3CDTF">2026-03-13T06:40:57Z</dcterms:created>
  <dcterms:modified xsi:type="dcterms:W3CDTF">2026-03-13T06:40:57Z</dcterms:modified>
</cp:coreProperties>
</file>